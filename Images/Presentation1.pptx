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9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08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991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646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985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545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771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124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185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505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24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7518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581E8-285E-406E-BE6B-AAE1A24471D7}" type="datetimeFigureOut">
              <a:rPr lang="sv-SE" smtClean="0"/>
              <a:t>2017-06-01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843F2-65E7-4477-B2F2-2132A5AA234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989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56" y="1204144"/>
            <a:ext cx="6784287" cy="4449712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2732442" y="2947595"/>
            <a:ext cx="2571078" cy="2678654"/>
          </a:xfrm>
          <a:custGeom>
            <a:avLst/>
            <a:gdLst>
              <a:gd name="connsiteX0" fmla="*/ 0 w 2571078"/>
              <a:gd name="connsiteY0" fmla="*/ 0 h 2678654"/>
              <a:gd name="connsiteX1" fmla="*/ 2571078 w 2571078"/>
              <a:gd name="connsiteY1" fmla="*/ 10758 h 2678654"/>
              <a:gd name="connsiteX2" fmla="*/ 2560320 w 2571078"/>
              <a:gd name="connsiteY2" fmla="*/ 1021977 h 2678654"/>
              <a:gd name="connsiteX3" fmla="*/ 1807285 w 2571078"/>
              <a:gd name="connsiteY3" fmla="*/ 1021977 h 2678654"/>
              <a:gd name="connsiteX4" fmla="*/ 1828800 w 2571078"/>
              <a:gd name="connsiteY4" fmla="*/ 2667897 h 2678654"/>
              <a:gd name="connsiteX5" fmla="*/ 21516 w 2571078"/>
              <a:gd name="connsiteY5" fmla="*/ 2678654 h 2678654"/>
              <a:gd name="connsiteX6" fmla="*/ 0 w 2571078"/>
              <a:gd name="connsiteY6" fmla="*/ 0 h 267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1078" h="2678654">
                <a:moveTo>
                  <a:pt x="0" y="0"/>
                </a:moveTo>
                <a:lnTo>
                  <a:pt x="2571078" y="10758"/>
                </a:lnTo>
                <a:lnTo>
                  <a:pt x="2560320" y="1021977"/>
                </a:lnTo>
                <a:lnTo>
                  <a:pt x="1807285" y="1021977"/>
                </a:lnTo>
                <a:lnTo>
                  <a:pt x="1828800" y="2667897"/>
                </a:lnTo>
                <a:lnTo>
                  <a:pt x="21516" y="267865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Box 6"/>
          <p:cNvSpPr txBox="1"/>
          <p:nvPr/>
        </p:nvSpPr>
        <p:spPr>
          <a:xfrm>
            <a:off x="1309629" y="4615406"/>
            <a:ext cx="95237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III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5447056" y="2947595"/>
            <a:ext cx="1222685" cy="10112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/>
          <p:cNvSpPr txBox="1"/>
          <p:nvPr/>
        </p:nvSpPr>
        <p:spPr>
          <a:xfrm>
            <a:off x="1309629" y="2235815"/>
            <a:ext cx="894669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 smtClean="0"/>
              <a:t>II</a:t>
            </a:r>
            <a:endParaRPr lang="sv-SE" dirty="0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6927823" cy="467957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6530264" y="6070379"/>
            <a:ext cx="836960" cy="3693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</a:t>
            </a:r>
            <a:endParaRPr lang="sv-SE" dirty="0"/>
          </a:p>
        </p:txBody>
      </p:sp>
      <p:sp>
        <p:nvSpPr>
          <p:cNvPr id="14" name="TextBox 13"/>
          <p:cNvSpPr txBox="1"/>
          <p:nvPr/>
        </p:nvSpPr>
        <p:spPr>
          <a:xfrm>
            <a:off x="1336066" y="1427509"/>
            <a:ext cx="910699" cy="3693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/>
              <a:t>V</a:t>
            </a:r>
            <a:endParaRPr lang="sv-SE" dirty="0"/>
          </a:p>
        </p:txBody>
      </p:sp>
      <p:cxnSp>
        <p:nvCxnSpPr>
          <p:cNvPr id="19" name="Straight Connector 18"/>
          <p:cNvCxnSpPr>
            <a:stCxn id="10" idx="3"/>
          </p:cNvCxnSpPr>
          <p:nvPr/>
        </p:nvCxnSpPr>
        <p:spPr>
          <a:xfrm>
            <a:off x="2204298" y="2420481"/>
            <a:ext cx="3631554" cy="1074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835852" y="2431228"/>
            <a:ext cx="150779" cy="52892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3"/>
          </p:cNvCxnSpPr>
          <p:nvPr/>
        </p:nvCxnSpPr>
        <p:spPr>
          <a:xfrm>
            <a:off x="2246765" y="1612175"/>
            <a:ext cx="457091" cy="8985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</p:cNvCxnSpPr>
          <p:nvPr/>
        </p:nvCxnSpPr>
        <p:spPr>
          <a:xfrm>
            <a:off x="2262006" y="4800072"/>
            <a:ext cx="470436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6948744" y="5776856"/>
            <a:ext cx="5672" cy="309459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73876" y="3072882"/>
            <a:ext cx="957896" cy="79621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204298" y="3203510"/>
            <a:ext cx="669578" cy="13912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78358" y="2960149"/>
            <a:ext cx="968407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IV</a:t>
            </a:r>
            <a:endParaRPr lang="sv-SE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703856" y="1190440"/>
            <a:ext cx="5289368" cy="1370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2727904" y="1204144"/>
            <a:ext cx="0" cy="140100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727904" y="2608327"/>
            <a:ext cx="1290077" cy="22957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981201" y="1162798"/>
            <a:ext cx="12025" cy="144234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017981" y="2638136"/>
            <a:ext cx="0" cy="147977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4017981" y="4070781"/>
            <a:ext cx="139939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401419" y="2638136"/>
            <a:ext cx="0" cy="1456817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5401419" y="2625925"/>
            <a:ext cx="2601324" cy="12211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181792" y="3067661"/>
            <a:ext cx="957896" cy="79621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6" name="TextBox 65"/>
          <p:cNvSpPr txBox="1"/>
          <p:nvPr/>
        </p:nvSpPr>
        <p:spPr>
          <a:xfrm>
            <a:off x="1176883" y="3805038"/>
            <a:ext cx="106291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Paper VI</a:t>
            </a:r>
            <a:endParaRPr lang="sv-SE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 flipV="1">
            <a:off x="4279906" y="3822197"/>
            <a:ext cx="2286" cy="14854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6" idx="3"/>
          </p:cNvCxnSpPr>
          <p:nvPr/>
        </p:nvCxnSpPr>
        <p:spPr>
          <a:xfrm flipV="1">
            <a:off x="2239798" y="3983094"/>
            <a:ext cx="2050371" cy="661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01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56" y="1204144"/>
            <a:ext cx="6784287" cy="4449712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2732442" y="2947595"/>
            <a:ext cx="2571078" cy="2678654"/>
          </a:xfrm>
          <a:custGeom>
            <a:avLst/>
            <a:gdLst>
              <a:gd name="connsiteX0" fmla="*/ 0 w 2571078"/>
              <a:gd name="connsiteY0" fmla="*/ 0 h 2678654"/>
              <a:gd name="connsiteX1" fmla="*/ 2571078 w 2571078"/>
              <a:gd name="connsiteY1" fmla="*/ 10758 h 2678654"/>
              <a:gd name="connsiteX2" fmla="*/ 2560320 w 2571078"/>
              <a:gd name="connsiteY2" fmla="*/ 1021977 h 2678654"/>
              <a:gd name="connsiteX3" fmla="*/ 1807285 w 2571078"/>
              <a:gd name="connsiteY3" fmla="*/ 1021977 h 2678654"/>
              <a:gd name="connsiteX4" fmla="*/ 1828800 w 2571078"/>
              <a:gd name="connsiteY4" fmla="*/ 2667897 h 2678654"/>
              <a:gd name="connsiteX5" fmla="*/ 21516 w 2571078"/>
              <a:gd name="connsiteY5" fmla="*/ 2678654 h 2678654"/>
              <a:gd name="connsiteX6" fmla="*/ 0 w 2571078"/>
              <a:gd name="connsiteY6" fmla="*/ 0 h 267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1078" h="2678654">
                <a:moveTo>
                  <a:pt x="0" y="0"/>
                </a:moveTo>
                <a:lnTo>
                  <a:pt x="2571078" y="10758"/>
                </a:lnTo>
                <a:lnTo>
                  <a:pt x="2560320" y="1021977"/>
                </a:lnTo>
                <a:lnTo>
                  <a:pt x="1807285" y="1021977"/>
                </a:lnTo>
                <a:lnTo>
                  <a:pt x="1828800" y="2667897"/>
                </a:lnTo>
                <a:lnTo>
                  <a:pt x="21516" y="267865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Box 6"/>
          <p:cNvSpPr txBox="1"/>
          <p:nvPr/>
        </p:nvSpPr>
        <p:spPr>
          <a:xfrm>
            <a:off x="1309629" y="4615406"/>
            <a:ext cx="96840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 smtClean="0"/>
              <a:t>IV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1244736" y="1688333"/>
            <a:ext cx="836960" cy="369332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</a:t>
            </a:r>
            <a:endParaRPr lang="sv-SE" dirty="0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6927823" cy="467957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1309629" y="3589482"/>
            <a:ext cx="894669" cy="3693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</a:t>
            </a:r>
            <a:endParaRPr lang="sv-SE" dirty="0"/>
          </a:p>
        </p:txBody>
      </p:sp>
      <p:cxnSp>
        <p:nvCxnSpPr>
          <p:cNvPr id="19" name="Straight Connector 18"/>
          <p:cNvCxnSpPr>
            <a:stCxn id="10" idx="3"/>
          </p:cNvCxnSpPr>
          <p:nvPr/>
        </p:nvCxnSpPr>
        <p:spPr>
          <a:xfrm>
            <a:off x="2081696" y="1872999"/>
            <a:ext cx="4526223" cy="10747"/>
          </a:xfrm>
          <a:prstGeom prst="line">
            <a:avLst/>
          </a:prstGeom>
          <a:ln w="28575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607919" y="1883746"/>
            <a:ext cx="461954" cy="1042334"/>
          </a:xfrm>
          <a:prstGeom prst="straightConnector1">
            <a:avLst/>
          </a:prstGeom>
          <a:ln w="285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</p:cNvCxnSpPr>
          <p:nvPr/>
        </p:nvCxnSpPr>
        <p:spPr>
          <a:xfrm>
            <a:off x="2262006" y="4800072"/>
            <a:ext cx="470436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3"/>
          </p:cNvCxnSpPr>
          <p:nvPr/>
        </p:nvCxnSpPr>
        <p:spPr>
          <a:xfrm>
            <a:off x="2204298" y="3774148"/>
            <a:ext cx="356022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6284945" y="2926080"/>
            <a:ext cx="1686470" cy="2667896"/>
          </a:xfrm>
          <a:custGeom>
            <a:avLst/>
            <a:gdLst>
              <a:gd name="connsiteX0" fmla="*/ 796066 w 3367144"/>
              <a:gd name="connsiteY0" fmla="*/ 0 h 2667896"/>
              <a:gd name="connsiteX1" fmla="*/ 3291840 w 3367144"/>
              <a:gd name="connsiteY1" fmla="*/ 0 h 2667896"/>
              <a:gd name="connsiteX2" fmla="*/ 3356386 w 3367144"/>
              <a:gd name="connsiteY2" fmla="*/ 0 h 2667896"/>
              <a:gd name="connsiteX3" fmla="*/ 3367144 w 3367144"/>
              <a:gd name="connsiteY3" fmla="*/ 2657139 h 2667896"/>
              <a:gd name="connsiteX4" fmla="*/ 21516 w 3367144"/>
              <a:gd name="connsiteY4" fmla="*/ 2667896 h 2667896"/>
              <a:gd name="connsiteX5" fmla="*/ 0 w 3367144"/>
              <a:gd name="connsiteY5" fmla="*/ 1549101 h 2667896"/>
              <a:gd name="connsiteX6" fmla="*/ 849854 w 3367144"/>
              <a:gd name="connsiteY6" fmla="*/ 1559859 h 2667896"/>
              <a:gd name="connsiteX7" fmla="*/ 796066 w 3367144"/>
              <a:gd name="connsiteY7" fmla="*/ 0 h 2667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7144" h="2667896">
                <a:moveTo>
                  <a:pt x="796066" y="0"/>
                </a:moveTo>
                <a:lnTo>
                  <a:pt x="3291840" y="0"/>
                </a:lnTo>
                <a:lnTo>
                  <a:pt x="3356386" y="0"/>
                </a:lnTo>
                <a:lnTo>
                  <a:pt x="3367144" y="2657139"/>
                </a:lnTo>
                <a:lnTo>
                  <a:pt x="21516" y="2667896"/>
                </a:lnTo>
                <a:lnTo>
                  <a:pt x="0" y="1549101"/>
                </a:lnTo>
                <a:lnTo>
                  <a:pt x="849854" y="1559859"/>
                </a:lnTo>
                <a:cubicBezTo>
                  <a:pt x="846268" y="1032734"/>
                  <a:pt x="842683" y="505610"/>
                  <a:pt x="796066" y="0"/>
                </a:cubicBezTo>
                <a:close/>
              </a:path>
            </a:pathLst>
          </a:cu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878388" y="2886095"/>
            <a:ext cx="145843" cy="209637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54600" y="2498484"/>
            <a:ext cx="952377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/>
              <a:t>I</a:t>
            </a:r>
            <a:r>
              <a:rPr lang="en-US" dirty="0" smtClean="0"/>
              <a:t>II</a:t>
            </a:r>
            <a:endParaRPr lang="sv-SE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2262006" y="2829987"/>
            <a:ext cx="3616382" cy="5610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682127" y="4669839"/>
            <a:ext cx="5201785" cy="10112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9" name="TextBox 38"/>
          <p:cNvSpPr txBox="1"/>
          <p:nvPr/>
        </p:nvSpPr>
        <p:spPr>
          <a:xfrm>
            <a:off x="7641402" y="5883720"/>
            <a:ext cx="1026115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 smtClean="0"/>
              <a:t>VII</a:t>
            </a:r>
            <a:endParaRPr lang="sv-SE" dirty="0"/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7616708" y="5662355"/>
            <a:ext cx="144541" cy="3258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367337" y="1239106"/>
            <a:ext cx="968407" cy="36933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 smtClean="0"/>
              <a:t>VI</a:t>
            </a:r>
            <a:endParaRPr lang="sv-SE" dirty="0"/>
          </a:p>
        </p:txBody>
      </p:sp>
      <p:cxnSp>
        <p:nvCxnSpPr>
          <p:cNvPr id="46" name="Straight Arrow Connector 45"/>
          <p:cNvCxnSpPr>
            <a:stCxn id="45" idx="3"/>
          </p:cNvCxnSpPr>
          <p:nvPr/>
        </p:nvCxnSpPr>
        <p:spPr>
          <a:xfrm>
            <a:off x="2335744" y="1423772"/>
            <a:ext cx="399383" cy="8985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703856" y="1190440"/>
            <a:ext cx="5289368" cy="1370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2727904" y="1204144"/>
            <a:ext cx="0" cy="1401003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017981" y="2638136"/>
            <a:ext cx="0" cy="1479774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017981" y="4070781"/>
            <a:ext cx="1399392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401419" y="2638136"/>
            <a:ext cx="0" cy="1456817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5401419" y="2625925"/>
            <a:ext cx="2601324" cy="12211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873876" y="3072882"/>
            <a:ext cx="957896" cy="796212"/>
          </a:xfrm>
          <a:prstGeom prst="rect">
            <a:avLst/>
          </a:prstGeom>
          <a:noFill/>
          <a:ln w="28575">
            <a:solidFill>
              <a:srgbClr val="FF99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4" name="Straight Arrow Connector 53"/>
          <p:cNvCxnSpPr>
            <a:stCxn id="55" idx="3"/>
          </p:cNvCxnSpPr>
          <p:nvPr/>
        </p:nvCxnSpPr>
        <p:spPr>
          <a:xfrm>
            <a:off x="2185108" y="3257548"/>
            <a:ext cx="688768" cy="20911"/>
          </a:xfrm>
          <a:prstGeom prst="straightConnector1">
            <a:avLst/>
          </a:prstGeom>
          <a:ln w="28575">
            <a:solidFill>
              <a:srgbClr val="FF99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74409" y="3072882"/>
            <a:ext cx="910699" cy="369332"/>
          </a:xfrm>
          <a:prstGeom prst="rect">
            <a:avLst/>
          </a:prstGeom>
          <a:solidFill>
            <a:srgbClr val="FF99CC"/>
          </a:solidFill>
          <a:ln>
            <a:solidFill>
              <a:srgbClr val="FF99CC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</a:t>
            </a:r>
            <a:r>
              <a:rPr lang="en-US" dirty="0" smtClean="0"/>
              <a:t>V</a:t>
            </a:r>
            <a:endParaRPr lang="sv-SE" dirty="0"/>
          </a:p>
        </p:txBody>
      </p:sp>
      <p:cxnSp>
        <p:nvCxnSpPr>
          <p:cNvPr id="56" name="Straight Connector 55"/>
          <p:cNvCxnSpPr/>
          <p:nvPr/>
        </p:nvCxnSpPr>
        <p:spPr>
          <a:xfrm>
            <a:off x="2727904" y="2608327"/>
            <a:ext cx="1290077" cy="22957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497551" y="3095732"/>
            <a:ext cx="2642839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140390" y="3072882"/>
            <a:ext cx="1" cy="104502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6133171" y="4117910"/>
            <a:ext cx="2007219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6133171" y="4117910"/>
            <a:ext cx="0" cy="1476066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661210" y="5593976"/>
            <a:ext cx="1471961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4661210" y="4117910"/>
            <a:ext cx="0" cy="1476066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61210" y="4117910"/>
            <a:ext cx="836341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497551" y="3095732"/>
            <a:ext cx="0" cy="1022178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7981201" y="1162798"/>
            <a:ext cx="12025" cy="144234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1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56" y="1204144"/>
            <a:ext cx="6784287" cy="4449712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2732442" y="2947595"/>
            <a:ext cx="2571078" cy="2678654"/>
          </a:xfrm>
          <a:custGeom>
            <a:avLst/>
            <a:gdLst>
              <a:gd name="connsiteX0" fmla="*/ 0 w 2571078"/>
              <a:gd name="connsiteY0" fmla="*/ 0 h 2678654"/>
              <a:gd name="connsiteX1" fmla="*/ 2571078 w 2571078"/>
              <a:gd name="connsiteY1" fmla="*/ 10758 h 2678654"/>
              <a:gd name="connsiteX2" fmla="*/ 2560320 w 2571078"/>
              <a:gd name="connsiteY2" fmla="*/ 1021977 h 2678654"/>
              <a:gd name="connsiteX3" fmla="*/ 1807285 w 2571078"/>
              <a:gd name="connsiteY3" fmla="*/ 1021977 h 2678654"/>
              <a:gd name="connsiteX4" fmla="*/ 1828800 w 2571078"/>
              <a:gd name="connsiteY4" fmla="*/ 2667897 h 2678654"/>
              <a:gd name="connsiteX5" fmla="*/ 21516 w 2571078"/>
              <a:gd name="connsiteY5" fmla="*/ 2678654 h 2678654"/>
              <a:gd name="connsiteX6" fmla="*/ 0 w 2571078"/>
              <a:gd name="connsiteY6" fmla="*/ 0 h 267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1078" h="2678654">
                <a:moveTo>
                  <a:pt x="0" y="0"/>
                </a:moveTo>
                <a:lnTo>
                  <a:pt x="2571078" y="10758"/>
                </a:lnTo>
                <a:lnTo>
                  <a:pt x="2560320" y="1021977"/>
                </a:lnTo>
                <a:lnTo>
                  <a:pt x="1807285" y="1021977"/>
                </a:lnTo>
                <a:lnTo>
                  <a:pt x="1828800" y="2667897"/>
                </a:lnTo>
                <a:lnTo>
                  <a:pt x="21516" y="267865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Box 6"/>
          <p:cNvSpPr txBox="1"/>
          <p:nvPr/>
        </p:nvSpPr>
        <p:spPr>
          <a:xfrm>
            <a:off x="1309629" y="4615406"/>
            <a:ext cx="96840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IV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5447056" y="2947595"/>
            <a:ext cx="1222685" cy="101121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/>
          <p:cNvSpPr txBox="1"/>
          <p:nvPr/>
        </p:nvSpPr>
        <p:spPr>
          <a:xfrm>
            <a:off x="1309629" y="2235815"/>
            <a:ext cx="83696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</a:t>
            </a:r>
            <a:endParaRPr lang="sv-SE" dirty="0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6927823" cy="467957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1309629" y="3589482"/>
            <a:ext cx="952377" cy="3693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III</a:t>
            </a:r>
            <a:endParaRPr lang="sv-SE" dirty="0"/>
          </a:p>
        </p:txBody>
      </p:sp>
      <p:sp>
        <p:nvSpPr>
          <p:cNvPr id="14" name="TextBox 13"/>
          <p:cNvSpPr txBox="1"/>
          <p:nvPr/>
        </p:nvSpPr>
        <p:spPr>
          <a:xfrm>
            <a:off x="4998892" y="6092420"/>
            <a:ext cx="894669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</a:t>
            </a:r>
            <a:endParaRPr lang="sv-SE" dirty="0"/>
          </a:p>
        </p:txBody>
      </p:sp>
      <p:cxnSp>
        <p:nvCxnSpPr>
          <p:cNvPr id="19" name="Straight Connector 18"/>
          <p:cNvCxnSpPr>
            <a:stCxn id="10" idx="3"/>
          </p:cNvCxnSpPr>
          <p:nvPr/>
        </p:nvCxnSpPr>
        <p:spPr>
          <a:xfrm>
            <a:off x="2146589" y="2420481"/>
            <a:ext cx="3689263" cy="1074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835852" y="2431228"/>
            <a:ext cx="150779" cy="52892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4" idx="0"/>
          </p:cNvCxnSpPr>
          <p:nvPr/>
        </p:nvCxnSpPr>
        <p:spPr>
          <a:xfrm flipH="1" flipV="1">
            <a:off x="5417373" y="5653856"/>
            <a:ext cx="28854" cy="43856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</p:cNvCxnSpPr>
          <p:nvPr/>
        </p:nvCxnSpPr>
        <p:spPr>
          <a:xfrm>
            <a:off x="2278036" y="4800072"/>
            <a:ext cx="454406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3"/>
          </p:cNvCxnSpPr>
          <p:nvPr/>
        </p:nvCxnSpPr>
        <p:spPr>
          <a:xfrm>
            <a:off x="2262006" y="3774148"/>
            <a:ext cx="298314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4615031" y="2861534"/>
            <a:ext cx="2140771" cy="2807746"/>
          </a:xfrm>
          <a:custGeom>
            <a:avLst/>
            <a:gdLst>
              <a:gd name="connsiteX0" fmla="*/ 731520 w 2076225"/>
              <a:gd name="connsiteY0" fmla="*/ 10758 h 2807746"/>
              <a:gd name="connsiteX1" fmla="*/ 2054710 w 2076225"/>
              <a:gd name="connsiteY1" fmla="*/ 0 h 2807746"/>
              <a:gd name="connsiteX2" fmla="*/ 2076225 w 2076225"/>
              <a:gd name="connsiteY2" fmla="*/ 1183341 h 2807746"/>
              <a:gd name="connsiteX3" fmla="*/ 1602889 w 2076225"/>
              <a:gd name="connsiteY3" fmla="*/ 1194099 h 2807746"/>
              <a:gd name="connsiteX4" fmla="*/ 1613647 w 2076225"/>
              <a:gd name="connsiteY4" fmla="*/ 2786231 h 2807746"/>
              <a:gd name="connsiteX5" fmla="*/ 0 w 2076225"/>
              <a:gd name="connsiteY5" fmla="*/ 2807746 h 2807746"/>
              <a:gd name="connsiteX6" fmla="*/ 0 w 2076225"/>
              <a:gd name="connsiteY6" fmla="*/ 1172584 h 2807746"/>
              <a:gd name="connsiteX7" fmla="*/ 731520 w 2076225"/>
              <a:gd name="connsiteY7" fmla="*/ 1172584 h 2807746"/>
              <a:gd name="connsiteX8" fmla="*/ 731520 w 2076225"/>
              <a:gd name="connsiteY8" fmla="*/ 10758 h 280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76225" h="2807746">
                <a:moveTo>
                  <a:pt x="731520" y="10758"/>
                </a:moveTo>
                <a:lnTo>
                  <a:pt x="2054710" y="0"/>
                </a:lnTo>
                <a:lnTo>
                  <a:pt x="2076225" y="1183341"/>
                </a:lnTo>
                <a:lnTo>
                  <a:pt x="1602889" y="1194099"/>
                </a:lnTo>
                <a:lnTo>
                  <a:pt x="1613647" y="2786231"/>
                </a:lnTo>
                <a:lnTo>
                  <a:pt x="0" y="2807746"/>
                </a:lnTo>
                <a:lnTo>
                  <a:pt x="0" y="1172584"/>
                </a:lnTo>
                <a:lnTo>
                  <a:pt x="731520" y="1172584"/>
                </a:lnTo>
                <a:cubicBezTo>
                  <a:pt x="735106" y="781723"/>
                  <a:pt x="738691" y="390861"/>
                  <a:pt x="731520" y="10758"/>
                </a:cubicBezTo>
                <a:close/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6263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56" y="1204144"/>
            <a:ext cx="6784287" cy="4449712"/>
          </a:xfrm>
          <a:prstGeom prst="rect">
            <a:avLst/>
          </a:prstGeom>
        </p:spPr>
      </p:pic>
      <p:sp>
        <p:nvSpPr>
          <p:cNvPr id="6" name="Freeform 5"/>
          <p:cNvSpPr/>
          <p:nvPr/>
        </p:nvSpPr>
        <p:spPr>
          <a:xfrm>
            <a:off x="2732442" y="2947595"/>
            <a:ext cx="2571078" cy="2678654"/>
          </a:xfrm>
          <a:custGeom>
            <a:avLst/>
            <a:gdLst>
              <a:gd name="connsiteX0" fmla="*/ 0 w 2571078"/>
              <a:gd name="connsiteY0" fmla="*/ 0 h 2678654"/>
              <a:gd name="connsiteX1" fmla="*/ 2571078 w 2571078"/>
              <a:gd name="connsiteY1" fmla="*/ 10758 h 2678654"/>
              <a:gd name="connsiteX2" fmla="*/ 2560320 w 2571078"/>
              <a:gd name="connsiteY2" fmla="*/ 1021977 h 2678654"/>
              <a:gd name="connsiteX3" fmla="*/ 1807285 w 2571078"/>
              <a:gd name="connsiteY3" fmla="*/ 1021977 h 2678654"/>
              <a:gd name="connsiteX4" fmla="*/ 1828800 w 2571078"/>
              <a:gd name="connsiteY4" fmla="*/ 2667897 h 2678654"/>
              <a:gd name="connsiteX5" fmla="*/ 21516 w 2571078"/>
              <a:gd name="connsiteY5" fmla="*/ 2678654 h 2678654"/>
              <a:gd name="connsiteX6" fmla="*/ 0 w 2571078"/>
              <a:gd name="connsiteY6" fmla="*/ 0 h 2678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1078" h="2678654">
                <a:moveTo>
                  <a:pt x="0" y="0"/>
                </a:moveTo>
                <a:lnTo>
                  <a:pt x="2571078" y="10758"/>
                </a:lnTo>
                <a:lnTo>
                  <a:pt x="2560320" y="1021977"/>
                </a:lnTo>
                <a:lnTo>
                  <a:pt x="1807285" y="1021977"/>
                </a:lnTo>
                <a:lnTo>
                  <a:pt x="1828800" y="2667897"/>
                </a:lnTo>
                <a:lnTo>
                  <a:pt x="21516" y="267865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extBox 6"/>
          <p:cNvSpPr txBox="1"/>
          <p:nvPr/>
        </p:nvSpPr>
        <p:spPr>
          <a:xfrm>
            <a:off x="1309629" y="4615406"/>
            <a:ext cx="95237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III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1309629" y="2235815"/>
            <a:ext cx="836960" cy="3693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</a:t>
            </a:r>
            <a:endParaRPr lang="sv-SE" dirty="0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6927823" cy="467957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TextBox 11"/>
          <p:cNvSpPr txBox="1"/>
          <p:nvPr/>
        </p:nvSpPr>
        <p:spPr>
          <a:xfrm>
            <a:off x="1309629" y="3589482"/>
            <a:ext cx="894669" cy="3693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Paper II</a:t>
            </a:r>
            <a:endParaRPr lang="sv-SE" dirty="0"/>
          </a:p>
        </p:txBody>
      </p:sp>
      <p:cxnSp>
        <p:nvCxnSpPr>
          <p:cNvPr id="19" name="Straight Connector 18"/>
          <p:cNvCxnSpPr>
            <a:stCxn id="10" idx="3"/>
          </p:cNvCxnSpPr>
          <p:nvPr/>
        </p:nvCxnSpPr>
        <p:spPr>
          <a:xfrm>
            <a:off x="2146589" y="2420481"/>
            <a:ext cx="3689263" cy="1074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835852" y="2431228"/>
            <a:ext cx="150779" cy="52892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</p:cNvCxnSpPr>
          <p:nvPr/>
        </p:nvCxnSpPr>
        <p:spPr>
          <a:xfrm>
            <a:off x="2262006" y="4800072"/>
            <a:ext cx="470436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2" idx="3"/>
          </p:cNvCxnSpPr>
          <p:nvPr/>
        </p:nvCxnSpPr>
        <p:spPr>
          <a:xfrm>
            <a:off x="2204298" y="3774148"/>
            <a:ext cx="356022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4604272" y="2926080"/>
            <a:ext cx="3367144" cy="2667896"/>
          </a:xfrm>
          <a:custGeom>
            <a:avLst/>
            <a:gdLst>
              <a:gd name="connsiteX0" fmla="*/ 796066 w 3367144"/>
              <a:gd name="connsiteY0" fmla="*/ 0 h 2667896"/>
              <a:gd name="connsiteX1" fmla="*/ 3291840 w 3367144"/>
              <a:gd name="connsiteY1" fmla="*/ 0 h 2667896"/>
              <a:gd name="connsiteX2" fmla="*/ 3356386 w 3367144"/>
              <a:gd name="connsiteY2" fmla="*/ 0 h 2667896"/>
              <a:gd name="connsiteX3" fmla="*/ 3367144 w 3367144"/>
              <a:gd name="connsiteY3" fmla="*/ 2657139 h 2667896"/>
              <a:gd name="connsiteX4" fmla="*/ 21516 w 3367144"/>
              <a:gd name="connsiteY4" fmla="*/ 2667896 h 2667896"/>
              <a:gd name="connsiteX5" fmla="*/ 0 w 3367144"/>
              <a:gd name="connsiteY5" fmla="*/ 1549101 h 2667896"/>
              <a:gd name="connsiteX6" fmla="*/ 849854 w 3367144"/>
              <a:gd name="connsiteY6" fmla="*/ 1559859 h 2667896"/>
              <a:gd name="connsiteX7" fmla="*/ 796066 w 3367144"/>
              <a:gd name="connsiteY7" fmla="*/ 0 h 2667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67144" h="2667896">
                <a:moveTo>
                  <a:pt x="796066" y="0"/>
                </a:moveTo>
                <a:lnTo>
                  <a:pt x="3291840" y="0"/>
                </a:lnTo>
                <a:lnTo>
                  <a:pt x="3356386" y="0"/>
                </a:lnTo>
                <a:lnTo>
                  <a:pt x="3367144" y="2657139"/>
                </a:lnTo>
                <a:lnTo>
                  <a:pt x="21516" y="2667896"/>
                </a:lnTo>
                <a:lnTo>
                  <a:pt x="0" y="1549101"/>
                </a:lnTo>
                <a:lnTo>
                  <a:pt x="849854" y="1559859"/>
                </a:lnTo>
                <a:cubicBezTo>
                  <a:pt x="846268" y="1032734"/>
                  <a:pt x="842683" y="505610"/>
                  <a:pt x="796066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489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Jayalakshmi Baskar</dc:creator>
  <cp:lastModifiedBy>Jayalakshmi Baskar</cp:lastModifiedBy>
  <cp:revision>15</cp:revision>
  <dcterms:created xsi:type="dcterms:W3CDTF">2014-06-10T18:35:42Z</dcterms:created>
  <dcterms:modified xsi:type="dcterms:W3CDTF">2017-06-01T15:39:45Z</dcterms:modified>
</cp:coreProperties>
</file>